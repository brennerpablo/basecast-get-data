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Large Load Interconnection Status Update</a:t>
            </a:r>
            <a:br/>
            <a:br/>
            <a:br/>
            <a:r>
              <a:t>Large Load Integration Team</a:t>
            </a:r>
            <a:br/>
            <a:br/>
            <a:br/>
            <a:br/>
            <a:r>
              <a:t>June 19, 2026</a:t>
            </a:r>
            <a:br/>
            <a:b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Notes on the Content of this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data presented on the following slides is current as of June 18, 2026 unless otherwise noted.</a:t>
            </a:r>
          </a:p>
          <a:p/>
          <a:p>
            <a:r>
              <a:t>All charts on the following slides that contain references to Sections 9.4 and 9.5 of the ERCOT Plann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